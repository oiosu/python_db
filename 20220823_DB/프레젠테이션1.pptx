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3" d="100"/>
          <a:sy n="43" d="100"/>
        </p:scale>
        <p:origin x="150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87F2F8-7E69-1539-B217-2CA29918BC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3313DCC-1D1B-93B2-4056-816356867A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4F1732-0110-5AA2-DC8E-5C708068D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37D8C-74EA-4C42-8EA6-C7F68ACFC264}" type="datetimeFigureOut">
              <a:rPr lang="ko-KR" altLang="en-US" smtClean="0"/>
              <a:t>2022-08-23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BB4529-5440-B322-82ED-C2FE9EBF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1DC34-1538-8FEB-183E-330DF364F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11375-6DAD-414E-BD85-39666AD6D5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5312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D78F73-163C-9053-7C4A-20534DA66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3B6865-1AC5-2485-CCB8-9C90B78F8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8D410B-A6D9-CF12-3038-810AD0D56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37D8C-74EA-4C42-8EA6-C7F68ACFC264}" type="datetimeFigureOut">
              <a:rPr lang="ko-KR" altLang="en-US" smtClean="0"/>
              <a:t>2022-08-23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D0EDA6-54D1-0733-EBD7-9004B7583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783440-B521-6523-39C3-F064F1B1F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11375-6DAD-414E-BD85-39666AD6D5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9262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958B64-40B5-2C82-A454-92D4484C1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FEB211C-91AA-DAA2-8435-04B2E4C5F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1F139C-7E4B-2A96-30B4-A8D7F9ECD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37D8C-74EA-4C42-8EA6-C7F68ACFC264}" type="datetimeFigureOut">
              <a:rPr lang="ko-KR" altLang="en-US" smtClean="0"/>
              <a:t>2022-08-23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7CFB51-120B-4196-EFB9-85C47637C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0AF879-D451-8D82-52C8-74C782DE2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11375-6DAD-414E-BD85-39666AD6D5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2960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CFDA44-A47D-21E4-ED24-628EFF9C3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A4A059-6C9F-2569-9169-DE124BFF36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3E901D-0F5C-7D02-E0C5-50304D027C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5D2D66-EFA6-2E88-6BB5-BB16CCFED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37D8C-74EA-4C42-8EA6-C7F68ACFC264}" type="datetimeFigureOut">
              <a:rPr lang="ko-KR" altLang="en-US" smtClean="0"/>
              <a:t>2022-08-23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880D40-E459-EE64-1DFF-D853623C1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D543BF-8279-2398-A575-E16624320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11375-6DAD-414E-BD85-39666AD6D5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9327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73B82A-6EC5-FD61-A51D-A1C89DE07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5FD07D-52BE-6C11-C7DB-6DC49EAA11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FE6DA9F-39DF-EEFD-CD3D-25012134A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F5AF3F5-123E-D4DF-805E-33D6ED64C0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64F772-75F0-4D41-4FF3-F0818D19FC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C841481-5716-3523-DE6A-297521A61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37D8C-74EA-4C42-8EA6-C7F68ACFC264}" type="datetimeFigureOut">
              <a:rPr lang="ko-KR" altLang="en-US" smtClean="0"/>
              <a:t>2022-08-23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A7A1FCD-EEF7-F54F-1AAA-68707E003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3D456F4-01AD-6F5F-3E4C-3F693E513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11375-6DAD-414E-BD85-39666AD6D5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435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95100-56CD-3E71-4B2A-6DD831502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6083461-2DA9-B5C0-9FD1-C15C33811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37D8C-74EA-4C42-8EA6-C7F68ACFC264}" type="datetimeFigureOut">
              <a:rPr lang="ko-KR" altLang="en-US" smtClean="0"/>
              <a:t>2022-08-23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618A8A4-0505-5DF6-8171-2C17DAF09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94C3C67-18E1-5793-6830-B90912953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11375-6DAD-414E-BD85-39666AD6D5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47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E86A35C-CC0E-C93E-9B44-4074C2B0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37D8C-74EA-4C42-8EA6-C7F68ACFC264}" type="datetimeFigureOut">
              <a:rPr lang="ko-KR" altLang="en-US" smtClean="0"/>
              <a:t>2022-08-23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F0B9DE0-4E1E-93A7-256A-3A538BE0E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10C417-9FF9-5089-BCDE-A2C166B8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11375-6DAD-414E-BD85-39666AD6D5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3728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95587D-954D-B4AE-4748-78AB206F5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F68F66-88CD-7982-6D6B-D3A17BDB7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4A9DF66-1126-87F7-EDD9-172E17FE6D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953275E-6A06-495C-B775-EA4EE5842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37D8C-74EA-4C42-8EA6-C7F68ACFC264}" type="datetimeFigureOut">
              <a:rPr lang="ko-KR" altLang="en-US" smtClean="0"/>
              <a:t>2022-08-23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D466143-9E5D-2348-BC35-691CFD3A3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9C5431-60CB-7884-A48F-0A4504981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11375-6DAD-414E-BD85-39666AD6D5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4634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66D0A9-16D5-3A8D-E8FF-AF6594C84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C813756-1BEA-C545-68AB-5289C176C1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65B6F7-8CCB-CCDD-B020-4D4E9CC653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47819F3-63B1-2920-03F4-FAD2D062E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37D8C-74EA-4C42-8EA6-C7F68ACFC264}" type="datetimeFigureOut">
              <a:rPr lang="ko-KR" altLang="en-US" smtClean="0"/>
              <a:t>2022-08-23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817B46-3195-5E5E-4745-F05BA37C9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91A5B4E-D60B-B3A7-6AC4-39A3713A0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11375-6DAD-414E-BD85-39666AD6D5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029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D9D490-5C32-B9CF-42FB-2582DDA21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F382A87-66F6-4BD0-F662-E78BF7D8B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1A1EDC-ACF8-F1D6-C15B-6B123C01C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37D8C-74EA-4C42-8EA6-C7F68ACFC264}" type="datetimeFigureOut">
              <a:rPr lang="ko-KR" altLang="en-US" smtClean="0"/>
              <a:t>2022-08-23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32386E-AE5B-E405-4221-CB09539A9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12E85E-35DF-4F14-245F-FE6E06BE9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11375-6DAD-414E-BD85-39666AD6D5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1337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A931587-EEEC-9AD6-604E-2C5AE15454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0574C22-98AF-BE65-0740-C8A4E46D79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F385E2-E9A4-F532-416E-DE5B6308E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37D8C-74EA-4C42-8EA6-C7F68ACFC264}" type="datetimeFigureOut">
              <a:rPr lang="ko-KR" altLang="en-US" smtClean="0"/>
              <a:t>2022-08-23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382ECA-142C-B366-4982-0B8C11138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730E61-B1CA-0BA6-87E1-240464949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11375-6DAD-414E-BD85-39666AD6D5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9976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182DD76-A6AB-EE27-511F-2FD3EB128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09BCB9-174E-C2E1-0144-22DECF6F3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67894D-1716-031D-A3D6-A617910FA1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337D8C-74EA-4C42-8EA6-C7F68ACFC264}" type="datetimeFigureOut">
              <a:rPr lang="ko-KR" altLang="en-US" smtClean="0"/>
              <a:t>2022-08-23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289756-18C4-1CF7-6195-4F1520358C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0DA70C-CEA5-FD26-897C-4163A4C8E7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511375-6DAD-414E-BD85-39666AD6D5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3882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FE440B8D-3362-0EB0-EB86-5EC9C6511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757" y="228850"/>
            <a:ext cx="7355305" cy="6756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847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7DBA6AE-C641-D6E1-7079-1BB71235E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86" y="206793"/>
            <a:ext cx="7706977" cy="6289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9670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D9C5D18-835A-FB84-F8E9-CB8101E05F67}"/>
              </a:ext>
            </a:extLst>
          </p:cNvPr>
          <p:cNvSpPr/>
          <p:nvPr/>
        </p:nvSpPr>
        <p:spPr>
          <a:xfrm>
            <a:off x="436728" y="982638"/>
            <a:ext cx="2470245" cy="106452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C1A456-00FC-1BC5-717E-E969C405D5F5}"/>
              </a:ext>
            </a:extLst>
          </p:cNvPr>
          <p:cNvSpPr txBox="1"/>
          <p:nvPr/>
        </p:nvSpPr>
        <p:spPr>
          <a:xfrm>
            <a:off x="436727" y="1284068"/>
            <a:ext cx="23474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</a:rPr>
              <a:t>커뮤니티</a:t>
            </a:r>
          </a:p>
        </p:txBody>
      </p:sp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C365ABD9-3DAB-2FA8-B7E1-95E35ECC4F78}"/>
              </a:ext>
            </a:extLst>
          </p:cNvPr>
          <p:cNvCxnSpPr>
            <a:stCxn id="2" idx="3"/>
          </p:cNvCxnSpPr>
          <p:nvPr/>
        </p:nvCxnSpPr>
        <p:spPr>
          <a:xfrm flipV="1">
            <a:off x="2906973" y="1091821"/>
            <a:ext cx="1241946" cy="423080"/>
          </a:xfrm>
          <a:prstGeom prst="bentConnector3">
            <a:avLst>
              <a:gd name="adj1" fmla="val 51099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7696C90B-13B0-E83A-DCD3-C71D2C7A7708}"/>
              </a:ext>
            </a:extLst>
          </p:cNvPr>
          <p:cNvCxnSpPr>
            <a:cxnSpLocks/>
          </p:cNvCxnSpPr>
          <p:nvPr/>
        </p:nvCxnSpPr>
        <p:spPr>
          <a:xfrm>
            <a:off x="2906973" y="1624084"/>
            <a:ext cx="1241946" cy="423081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022B69C-634F-EFB1-2C27-06CF84DB6103}"/>
              </a:ext>
            </a:extLst>
          </p:cNvPr>
          <p:cNvSpPr/>
          <p:nvPr/>
        </p:nvSpPr>
        <p:spPr>
          <a:xfrm>
            <a:off x="4542432" y="587147"/>
            <a:ext cx="7001301" cy="1855506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318123-D1D8-2C6C-C1ED-2D0A0D849D5E}"/>
              </a:ext>
            </a:extLst>
          </p:cNvPr>
          <p:cNvSpPr txBox="1"/>
          <p:nvPr/>
        </p:nvSpPr>
        <p:spPr>
          <a:xfrm>
            <a:off x="4951864" y="699292"/>
            <a:ext cx="618243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어떠한 사람들 </a:t>
            </a:r>
            <a:r>
              <a:rPr lang="en-US" altLang="ko-KR" sz="2000" b="1" dirty="0"/>
              <a:t>_ </a:t>
            </a:r>
            <a:r>
              <a:rPr lang="ko-KR" altLang="en-US" sz="2000" b="1" dirty="0"/>
              <a:t>관리자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회원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임원</a:t>
            </a:r>
            <a:endParaRPr lang="en-US" altLang="ko-KR" sz="2000" b="1" dirty="0"/>
          </a:p>
          <a:p>
            <a:endParaRPr lang="en-US" altLang="ko-KR" sz="2000" b="1" dirty="0"/>
          </a:p>
          <a:p>
            <a:r>
              <a:rPr lang="ko-KR" altLang="en-US" sz="2000" b="1" dirty="0"/>
              <a:t>어떠한 기능 </a:t>
            </a:r>
            <a:r>
              <a:rPr lang="en-US" altLang="ko-KR" sz="2000" b="1" dirty="0"/>
              <a:t>_ </a:t>
            </a:r>
            <a:r>
              <a:rPr lang="ko-KR" altLang="en-US" sz="2000" b="1" dirty="0"/>
              <a:t>글 작성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수정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삭제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댓글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좋아요</a:t>
            </a:r>
            <a:endParaRPr lang="en-US" altLang="ko-KR" sz="2000" b="1" dirty="0"/>
          </a:p>
          <a:p>
            <a:r>
              <a:rPr lang="en-US" altLang="ko-KR" sz="2000" b="1" dirty="0"/>
              <a:t>	     _ </a:t>
            </a:r>
            <a:r>
              <a:rPr lang="ko-KR" altLang="en-US" sz="2000" b="1" dirty="0"/>
              <a:t>이미지와 영상 </a:t>
            </a:r>
            <a:r>
              <a:rPr lang="en-US" altLang="ko-KR" sz="2000" b="1" dirty="0"/>
              <a:t>=&gt; </a:t>
            </a:r>
            <a:r>
              <a:rPr lang="ko-KR" altLang="en-US" sz="2000" b="1" dirty="0"/>
              <a:t>게시판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채팅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광고</a:t>
            </a:r>
            <a:endParaRPr lang="en-US" altLang="ko-KR" sz="2000" b="1" dirty="0"/>
          </a:p>
          <a:p>
            <a:r>
              <a:rPr lang="en-US" altLang="ko-KR" sz="2000" b="1" dirty="0"/>
              <a:t>_</a:t>
            </a:r>
            <a:r>
              <a:rPr lang="ko-KR" altLang="en-US" sz="2000" b="1" dirty="0"/>
              <a:t>이미지와 영상은 </a:t>
            </a:r>
            <a:r>
              <a:rPr lang="en-US" altLang="ko-KR" sz="2000" b="1" dirty="0"/>
              <a:t>‘</a:t>
            </a:r>
            <a:r>
              <a:rPr lang="ko-KR" altLang="en-US" sz="2000" b="1" dirty="0"/>
              <a:t>글</a:t>
            </a:r>
            <a:r>
              <a:rPr lang="en-US" altLang="ko-KR" sz="2000" b="1" dirty="0"/>
              <a:t>’</a:t>
            </a:r>
            <a:r>
              <a:rPr lang="ko-KR" altLang="en-US" sz="2000" b="1" dirty="0"/>
              <a:t>에 들어가는 속성</a:t>
            </a:r>
          </a:p>
        </p:txBody>
      </p:sp>
      <p:sp>
        <p:nvSpPr>
          <p:cNvPr id="14" name="오른쪽 중괄호 13">
            <a:extLst>
              <a:ext uri="{FF2B5EF4-FFF2-40B4-BE49-F238E27FC236}">
                <a16:creationId xmlns:a16="http://schemas.microsoft.com/office/drawing/2014/main" id="{894B88A4-897F-B3F8-408E-3E4C2CEB3C35}"/>
              </a:ext>
            </a:extLst>
          </p:cNvPr>
          <p:cNvSpPr/>
          <p:nvPr/>
        </p:nvSpPr>
        <p:spPr>
          <a:xfrm rot="5400000">
            <a:off x="5673497" y="-1438901"/>
            <a:ext cx="621645" cy="8987613"/>
          </a:xfrm>
          <a:prstGeom prst="rightBrac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EADD89-20B5-A58B-F0EA-7A853AEE82F7}"/>
              </a:ext>
            </a:extLst>
          </p:cNvPr>
          <p:cNvSpPr txBox="1"/>
          <p:nvPr/>
        </p:nvSpPr>
        <p:spPr>
          <a:xfrm>
            <a:off x="2177946" y="3662536"/>
            <a:ext cx="78361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00" b="1" dirty="0"/>
              <a:t>사람</a:t>
            </a:r>
            <a:r>
              <a:rPr lang="en-US" altLang="ko-KR" sz="2000" b="1" dirty="0"/>
              <a:t>(</a:t>
            </a:r>
            <a:r>
              <a:rPr lang="ko-KR" altLang="en-US" sz="2000" b="1" dirty="0"/>
              <a:t>관리자 회원 임원</a:t>
            </a:r>
            <a:r>
              <a:rPr lang="en-US" altLang="ko-KR" sz="2000" b="1" dirty="0"/>
              <a:t>), </a:t>
            </a:r>
            <a:r>
              <a:rPr lang="ko-KR" altLang="en-US" sz="2000" b="1" dirty="0"/>
              <a:t>글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댓글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역할</a:t>
            </a:r>
            <a:r>
              <a:rPr lang="en-US" altLang="ko-KR" sz="2000" b="1" dirty="0"/>
              <a:t>(</a:t>
            </a:r>
            <a:r>
              <a:rPr lang="ko-KR" altLang="en-US" sz="2000" b="1" dirty="0"/>
              <a:t>관리자 회원 임원</a:t>
            </a:r>
            <a:r>
              <a:rPr lang="en-US" altLang="ko-KR" sz="2000" b="1" dirty="0"/>
              <a:t>), </a:t>
            </a:r>
            <a:r>
              <a:rPr lang="ko-KR" altLang="en-US" sz="2000" b="1" dirty="0"/>
              <a:t>좋아요</a:t>
            </a:r>
          </a:p>
        </p:txBody>
      </p:sp>
    </p:spTree>
    <p:extLst>
      <p:ext uri="{BB962C8B-B14F-4D97-AF65-F5344CB8AC3E}">
        <p14:creationId xmlns:p14="http://schemas.microsoft.com/office/powerpoint/2010/main" val="2100386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8288848-B597-6DA5-0617-E65FD83CE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272" y="0"/>
            <a:ext cx="10419908" cy="3178072"/>
          </a:xfrm>
          <a:prstGeom prst="rect">
            <a:avLst/>
          </a:prstGeom>
        </p:spPr>
      </p:pic>
      <p:sp>
        <p:nvSpPr>
          <p:cNvPr id="7" name="원형: 비어 있음 6">
            <a:extLst>
              <a:ext uri="{FF2B5EF4-FFF2-40B4-BE49-F238E27FC236}">
                <a16:creationId xmlns:a16="http://schemas.microsoft.com/office/drawing/2014/main" id="{1A1ABD1E-DDBE-D72F-3A5F-035056126044}"/>
              </a:ext>
            </a:extLst>
          </p:cNvPr>
          <p:cNvSpPr/>
          <p:nvPr/>
        </p:nvSpPr>
        <p:spPr>
          <a:xfrm>
            <a:off x="6655632" y="1094282"/>
            <a:ext cx="1124263" cy="1109272"/>
          </a:xfrm>
          <a:prstGeom prst="donut">
            <a:avLst>
              <a:gd name="adj" fmla="val 11364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3D5FF81-082C-3F01-5E0D-90E4AAFFB3E1}"/>
              </a:ext>
            </a:extLst>
          </p:cNvPr>
          <p:cNvCxnSpPr>
            <a:cxnSpLocks/>
          </p:cNvCxnSpPr>
          <p:nvPr/>
        </p:nvCxnSpPr>
        <p:spPr>
          <a:xfrm flipH="1">
            <a:off x="5536369" y="1996866"/>
            <a:ext cx="1396706" cy="14321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33092492-D91B-7F50-8678-ACB93CA4973B}"/>
              </a:ext>
            </a:extLst>
          </p:cNvPr>
          <p:cNvCxnSpPr>
            <a:stCxn id="7" idx="3"/>
          </p:cNvCxnSpPr>
          <p:nvPr/>
        </p:nvCxnSpPr>
        <p:spPr>
          <a:xfrm>
            <a:off x="6820277" y="2041105"/>
            <a:ext cx="1304392" cy="138789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439590A-C710-4B59-8294-634C7BFA19C2}"/>
              </a:ext>
            </a:extLst>
          </p:cNvPr>
          <p:cNvSpPr txBox="1"/>
          <p:nvPr/>
        </p:nvSpPr>
        <p:spPr>
          <a:xfrm>
            <a:off x="2214550" y="3495263"/>
            <a:ext cx="41562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1️⃣</a:t>
            </a:r>
            <a:r>
              <a:rPr lang="en-US" altLang="ko-KR" sz="1800" b="1" dirty="0"/>
              <a:t> </a:t>
            </a:r>
            <a:r>
              <a:rPr lang="ko-KR" altLang="en-US" sz="1800" b="1" dirty="0"/>
              <a:t>관계차수</a:t>
            </a:r>
            <a:r>
              <a:rPr lang="en-US" altLang="ko-KR" sz="1800" b="1" dirty="0"/>
              <a:t>(</a:t>
            </a:r>
            <a:r>
              <a:rPr lang="ko-KR" altLang="en-US" b="1" dirty="0"/>
              <a:t>카디널리티</a:t>
            </a:r>
            <a:r>
              <a:rPr lang="en-US" altLang="ko-KR" b="1" dirty="0"/>
              <a:t>(Cardinality))</a:t>
            </a:r>
            <a:endParaRPr lang="ko-KR" alt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8B07D2-C96D-CC0F-D8B9-61A16B36C70E}"/>
              </a:ext>
            </a:extLst>
          </p:cNvPr>
          <p:cNvSpPr txBox="1"/>
          <p:nvPr/>
        </p:nvSpPr>
        <p:spPr>
          <a:xfrm>
            <a:off x="6933075" y="3509884"/>
            <a:ext cx="41562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2️⃣ </a:t>
            </a:r>
            <a:r>
              <a:rPr lang="ko-KR" altLang="en-US" b="1" dirty="0"/>
              <a:t>옵셔널리티 </a:t>
            </a:r>
            <a:r>
              <a:rPr lang="en-US" altLang="ko-KR" b="1" dirty="0"/>
              <a:t>: (1)</a:t>
            </a:r>
            <a:r>
              <a:rPr lang="ko-KR" altLang="en-US" b="1" dirty="0"/>
              <a:t>필수 </a:t>
            </a:r>
            <a:r>
              <a:rPr lang="en-US" altLang="ko-KR" b="1" dirty="0"/>
              <a:t>(0) </a:t>
            </a:r>
            <a:r>
              <a:rPr lang="ko-KR" altLang="en-US" b="1" dirty="0"/>
              <a:t>선택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31EF8752-CF04-9498-EF8A-B1549893CE4B}"/>
              </a:ext>
            </a:extLst>
          </p:cNvPr>
          <p:cNvCxnSpPr/>
          <p:nvPr/>
        </p:nvCxnSpPr>
        <p:spPr>
          <a:xfrm>
            <a:off x="2028671" y="3879216"/>
            <a:ext cx="439211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그림 18">
            <a:extLst>
              <a:ext uri="{FF2B5EF4-FFF2-40B4-BE49-F238E27FC236}">
                <a16:creationId xmlns:a16="http://schemas.microsoft.com/office/drawing/2014/main" id="{D493E98E-5BD4-E65B-B231-3C4715BD1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44" y="4865542"/>
            <a:ext cx="4276725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068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16879BD8-63B2-23D8-07D8-67C6B8130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96" y="743249"/>
            <a:ext cx="6115517" cy="17025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419EDA3-94B0-2257-994D-59F9E6A5DE23}"/>
              </a:ext>
            </a:extLst>
          </p:cNvPr>
          <p:cNvSpPr txBox="1"/>
          <p:nvPr/>
        </p:nvSpPr>
        <p:spPr>
          <a:xfrm>
            <a:off x="6886732" y="1409852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/>
              <a:t>1:1 </a:t>
            </a:r>
            <a:r>
              <a:rPr lang="ko-KR" altLang="en-US" sz="2400" b="1" dirty="0"/>
              <a:t>관계</a:t>
            </a:r>
            <a:endParaRPr lang="ko-KR" altLang="en-US" sz="2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CBABDC6-DB06-BC1D-F256-A0AA5CD8F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095" y="2730447"/>
            <a:ext cx="6115517" cy="16817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301A40-3122-CFB1-B7B7-96ACC3E4C5E4}"/>
              </a:ext>
            </a:extLst>
          </p:cNvPr>
          <p:cNvSpPr txBox="1"/>
          <p:nvPr/>
        </p:nvSpPr>
        <p:spPr>
          <a:xfrm>
            <a:off x="6886732" y="3340497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/>
              <a:t>1:N </a:t>
            </a:r>
            <a:r>
              <a:rPr lang="ko-KR" altLang="en-US" sz="2400" b="1" dirty="0"/>
              <a:t>관계</a:t>
            </a:r>
            <a:endParaRPr lang="ko-KR" altLang="en-US" sz="24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3C0B602-C815-D6B2-AFED-47AF85C42A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093" y="4591596"/>
            <a:ext cx="6115517" cy="18316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4B77323-6C30-D6D5-063C-E7A688847342}"/>
              </a:ext>
            </a:extLst>
          </p:cNvPr>
          <p:cNvSpPr txBox="1"/>
          <p:nvPr/>
        </p:nvSpPr>
        <p:spPr>
          <a:xfrm>
            <a:off x="6886732" y="5271142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/>
              <a:t>M:N </a:t>
            </a:r>
            <a:r>
              <a:rPr lang="ko-KR" altLang="en-US" sz="2400" b="1" dirty="0"/>
              <a:t>관계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813331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액자 40">
            <a:extLst>
              <a:ext uri="{FF2B5EF4-FFF2-40B4-BE49-F238E27FC236}">
                <a16:creationId xmlns:a16="http://schemas.microsoft.com/office/drawing/2014/main" id="{08ACCD03-12F7-ED8B-8DAF-77D4A7F35189}"/>
              </a:ext>
            </a:extLst>
          </p:cNvPr>
          <p:cNvSpPr/>
          <p:nvPr/>
        </p:nvSpPr>
        <p:spPr>
          <a:xfrm>
            <a:off x="221105" y="637480"/>
            <a:ext cx="10481872" cy="5526324"/>
          </a:xfrm>
          <a:prstGeom prst="frame">
            <a:avLst>
              <a:gd name="adj1" fmla="val 4634"/>
            </a:avLst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B5B4B8E0-DBF3-5AD4-C0B7-470334947E63}"/>
              </a:ext>
            </a:extLst>
          </p:cNvPr>
          <p:cNvSpPr/>
          <p:nvPr/>
        </p:nvSpPr>
        <p:spPr>
          <a:xfrm>
            <a:off x="4310606" y="428633"/>
            <a:ext cx="2199181" cy="716179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841C6DE-AA28-D9F5-2177-BED23EE14E25}"/>
              </a:ext>
            </a:extLst>
          </p:cNvPr>
          <p:cNvSpPr/>
          <p:nvPr/>
        </p:nvSpPr>
        <p:spPr>
          <a:xfrm>
            <a:off x="2804407" y="1815670"/>
            <a:ext cx="1588957" cy="124418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0CA56A8-EF40-6A23-F460-D72DCD0E6E3F}"/>
              </a:ext>
            </a:extLst>
          </p:cNvPr>
          <p:cNvSpPr/>
          <p:nvPr/>
        </p:nvSpPr>
        <p:spPr>
          <a:xfrm>
            <a:off x="6314605" y="1815670"/>
            <a:ext cx="1588957" cy="124418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15B7402-109E-15D2-B253-89FED877D293}"/>
              </a:ext>
            </a:extLst>
          </p:cNvPr>
          <p:cNvSpPr/>
          <p:nvPr/>
        </p:nvSpPr>
        <p:spPr>
          <a:xfrm>
            <a:off x="2771302" y="3970158"/>
            <a:ext cx="1588957" cy="124418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689583E-0E28-D86C-A00E-B152785401D4}"/>
              </a:ext>
            </a:extLst>
          </p:cNvPr>
          <p:cNvSpPr/>
          <p:nvPr/>
        </p:nvSpPr>
        <p:spPr>
          <a:xfrm>
            <a:off x="6393925" y="3970158"/>
            <a:ext cx="1588957" cy="124418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9639DA-5A7C-0F23-C7D5-5D3EF174F38C}"/>
              </a:ext>
            </a:extLst>
          </p:cNvPr>
          <p:cNvSpPr txBox="1"/>
          <p:nvPr/>
        </p:nvSpPr>
        <p:spPr>
          <a:xfrm>
            <a:off x="552135" y="2253096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b="1" dirty="0">
                <a:solidFill>
                  <a:schemeClr val="bg1"/>
                </a:solidFill>
              </a:rPr>
              <a:t>USERS</a:t>
            </a:r>
            <a:endParaRPr lang="ko-KR" altLang="en-US" sz="18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71DBD1-7D8B-5EF5-C4AD-4EC025D73E59}"/>
              </a:ext>
            </a:extLst>
          </p:cNvPr>
          <p:cNvSpPr txBox="1"/>
          <p:nvPr/>
        </p:nvSpPr>
        <p:spPr>
          <a:xfrm>
            <a:off x="519030" y="4407584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b="1" dirty="0">
                <a:solidFill>
                  <a:schemeClr val="bg1"/>
                </a:solidFill>
              </a:rPr>
              <a:t>USERS</a:t>
            </a:r>
            <a:endParaRPr lang="ko-KR" altLang="en-US" sz="18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C6A934-727D-3E8D-78E0-E925D78E4B2D}"/>
              </a:ext>
            </a:extLst>
          </p:cNvPr>
          <p:cNvSpPr txBox="1"/>
          <p:nvPr/>
        </p:nvSpPr>
        <p:spPr>
          <a:xfrm>
            <a:off x="4062333" y="2231036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b="1" dirty="0">
                <a:solidFill>
                  <a:schemeClr val="bg1"/>
                </a:solidFill>
              </a:rPr>
              <a:t>Article</a:t>
            </a:r>
            <a:endParaRPr lang="ko-KR" altLang="en-US" sz="1800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C2893A-BF7A-6081-C225-5C7270016583}"/>
              </a:ext>
            </a:extLst>
          </p:cNvPr>
          <p:cNvSpPr txBox="1"/>
          <p:nvPr/>
        </p:nvSpPr>
        <p:spPr>
          <a:xfrm>
            <a:off x="4141653" y="4385524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b="1" dirty="0">
                <a:solidFill>
                  <a:schemeClr val="bg1"/>
                </a:solidFill>
              </a:rPr>
              <a:t>Article</a:t>
            </a:r>
            <a:endParaRPr lang="ko-KR" altLang="en-US" sz="1800" b="1" dirty="0">
              <a:solidFill>
                <a:schemeClr val="bg1"/>
              </a:solidFill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A392182F-9226-CB54-3FF6-D7035576B36B}"/>
              </a:ext>
            </a:extLst>
          </p:cNvPr>
          <p:cNvCxnSpPr>
            <a:cxnSpLocks/>
          </p:cNvCxnSpPr>
          <p:nvPr/>
        </p:nvCxnSpPr>
        <p:spPr>
          <a:xfrm flipV="1">
            <a:off x="7903562" y="1545847"/>
            <a:ext cx="821960" cy="39474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B1CAA301-F85D-CF78-CCEA-3260C5555814}"/>
              </a:ext>
            </a:extLst>
          </p:cNvPr>
          <p:cNvCxnSpPr>
            <a:cxnSpLocks/>
          </p:cNvCxnSpPr>
          <p:nvPr/>
        </p:nvCxnSpPr>
        <p:spPr>
          <a:xfrm flipV="1">
            <a:off x="7903561" y="2355954"/>
            <a:ext cx="1106774" cy="2559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F5E5A8A7-EF72-A817-FF6B-429FF62E9169}"/>
              </a:ext>
            </a:extLst>
          </p:cNvPr>
          <p:cNvCxnSpPr>
            <a:cxnSpLocks/>
          </p:cNvCxnSpPr>
          <p:nvPr/>
        </p:nvCxnSpPr>
        <p:spPr>
          <a:xfrm>
            <a:off x="7903562" y="2901207"/>
            <a:ext cx="994345" cy="28356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10CFEA79-6C1C-7C8F-9BF1-7A86485CAA6E}"/>
              </a:ext>
            </a:extLst>
          </p:cNvPr>
          <p:cNvCxnSpPr>
            <a:cxnSpLocks/>
          </p:cNvCxnSpPr>
          <p:nvPr/>
        </p:nvCxnSpPr>
        <p:spPr>
          <a:xfrm flipH="1" flipV="1">
            <a:off x="2004930" y="2055726"/>
            <a:ext cx="799476" cy="19737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6222C6A7-A5F3-15EA-0D16-5357B107BBDD}"/>
              </a:ext>
            </a:extLst>
          </p:cNvPr>
          <p:cNvCxnSpPr>
            <a:cxnSpLocks/>
          </p:cNvCxnSpPr>
          <p:nvPr/>
        </p:nvCxnSpPr>
        <p:spPr>
          <a:xfrm flipH="1">
            <a:off x="2004930" y="2700303"/>
            <a:ext cx="880673" cy="20090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461FD6DA-5066-55E9-5AE1-CCB243F57136}"/>
              </a:ext>
            </a:extLst>
          </p:cNvPr>
          <p:cNvCxnSpPr/>
          <p:nvPr/>
        </p:nvCxnSpPr>
        <p:spPr>
          <a:xfrm>
            <a:off x="4393364" y="2437762"/>
            <a:ext cx="2033666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87D5F4C-D8F8-644D-FD6B-6AACABF3CEA7}"/>
              </a:ext>
            </a:extLst>
          </p:cNvPr>
          <p:cNvCxnSpPr/>
          <p:nvPr/>
        </p:nvCxnSpPr>
        <p:spPr>
          <a:xfrm>
            <a:off x="4360259" y="4592250"/>
            <a:ext cx="2033666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2F6E9B0-DA23-947C-9DA7-CB898573BCDC}"/>
              </a:ext>
            </a:extLst>
          </p:cNvPr>
          <p:cNvSpPr txBox="1"/>
          <p:nvPr/>
        </p:nvSpPr>
        <p:spPr>
          <a:xfrm>
            <a:off x="1181099" y="1861704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이름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C43E70-CD8D-5FE6-871F-5A22B7FAE152}"/>
              </a:ext>
            </a:extLst>
          </p:cNvPr>
          <p:cNvSpPr txBox="1"/>
          <p:nvPr/>
        </p:nvSpPr>
        <p:spPr>
          <a:xfrm>
            <a:off x="1015583" y="2747346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/>
              <a:t>이메일</a:t>
            </a:r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E05FA72-8473-E5BE-1B01-B6392ABDF5A7}"/>
              </a:ext>
            </a:extLst>
          </p:cNvPr>
          <p:cNvSpPr txBox="1"/>
          <p:nvPr/>
        </p:nvSpPr>
        <p:spPr>
          <a:xfrm>
            <a:off x="8725522" y="1354828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내용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01922C9-327C-D61C-BB1D-4F249CAAE2D8}"/>
              </a:ext>
            </a:extLst>
          </p:cNvPr>
          <p:cNvSpPr txBox="1"/>
          <p:nvPr/>
        </p:nvSpPr>
        <p:spPr>
          <a:xfrm>
            <a:off x="9109022" y="2168469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이미지</a:t>
            </a:r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83EEB7-88FE-2021-C8C6-1B4D2C334E4F}"/>
              </a:ext>
            </a:extLst>
          </p:cNvPr>
          <p:cNvSpPr txBox="1"/>
          <p:nvPr/>
        </p:nvSpPr>
        <p:spPr>
          <a:xfrm>
            <a:off x="8961620" y="3085367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영상</a:t>
            </a:r>
            <a:endParaRPr lang="ko-KR" altLang="en-US" dirty="0"/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A4C27A9A-FDF4-855F-3AED-302003BAA259}"/>
              </a:ext>
            </a:extLst>
          </p:cNvPr>
          <p:cNvCxnSpPr>
            <a:cxnSpLocks/>
          </p:cNvCxnSpPr>
          <p:nvPr/>
        </p:nvCxnSpPr>
        <p:spPr>
          <a:xfrm>
            <a:off x="5256546" y="2415702"/>
            <a:ext cx="0" cy="591661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CEB1ACED-6D56-8BD3-70D8-BAF846B2DAA4}"/>
              </a:ext>
            </a:extLst>
          </p:cNvPr>
          <p:cNvCxnSpPr>
            <a:cxnSpLocks/>
          </p:cNvCxnSpPr>
          <p:nvPr/>
        </p:nvCxnSpPr>
        <p:spPr>
          <a:xfrm>
            <a:off x="5328372" y="4570190"/>
            <a:ext cx="0" cy="591661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30236F76-FA2F-734A-F64D-D514AD869FA3}"/>
              </a:ext>
            </a:extLst>
          </p:cNvPr>
          <p:cNvSpPr txBox="1"/>
          <p:nvPr/>
        </p:nvSpPr>
        <p:spPr>
          <a:xfrm>
            <a:off x="4811841" y="3107427"/>
            <a:ext cx="75100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👉작성</a:t>
            </a:r>
            <a:endParaRPr lang="ko-KR" alt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E12ED54-F032-6A75-082E-91F0E2AAC712}"/>
              </a:ext>
            </a:extLst>
          </p:cNvPr>
          <p:cNvSpPr txBox="1"/>
          <p:nvPr/>
        </p:nvSpPr>
        <p:spPr>
          <a:xfrm>
            <a:off x="4811841" y="5343856"/>
            <a:ext cx="75100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👍좋아요</a:t>
            </a:r>
            <a:endParaRPr lang="ko-KR" alt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CB9E165-69E2-0605-C6F1-21B8D20A30A2}"/>
              </a:ext>
            </a:extLst>
          </p:cNvPr>
          <p:cNvSpPr txBox="1"/>
          <p:nvPr/>
        </p:nvSpPr>
        <p:spPr>
          <a:xfrm>
            <a:off x="4505788" y="579943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</a:rPr>
              <a:t>하나의 구조 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0295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100</Words>
  <Application>Microsoft Office PowerPoint</Application>
  <PresentationFormat>와이드스크린</PresentationFormat>
  <Paragraphs>24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su kyung</dc:creator>
  <cp:lastModifiedBy>su kyung</cp:lastModifiedBy>
  <cp:revision>3</cp:revision>
  <dcterms:created xsi:type="dcterms:W3CDTF">2022-08-23T04:25:51Z</dcterms:created>
  <dcterms:modified xsi:type="dcterms:W3CDTF">2022-08-23T14:02:35Z</dcterms:modified>
</cp:coreProperties>
</file>